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2026 ARRL Field Day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UPARC · SPARC · WORMs · CARS  —  W4TA  —  Class 3A</a:t>
            </a:r>
          </a:p>
        </p:txBody>
      </p:sp>
      <p:pic>
        <p:nvPicPr>
          <p:cNvPr id="4" name="Picture 3" descr="four_club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5029200"/>
            <a:ext cx="512064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What is ARRL Field Day?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Ham radio's annual open house</a:t>
            </a:r>
          </a:p>
          <a:p>
            <a:pPr/>
            <a:r>
              <a:t>Set up under field conditions</a:t>
            </a:r>
          </a:p>
          <a:p>
            <a:pPr/>
            <a:r>
              <a:t>40,000+ hams across N. America</a:t>
            </a:r>
          </a:p>
          <a:p>
            <a:pPr/>
            <a:r>
              <a:t>Public service + skill demo</a:t>
            </a:r>
          </a:p>
          <a:p>
            <a:pPr/>
            <a:r>
              <a:t>Annual since 1933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Why we do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Preparedness — deploy on demand</a:t>
            </a:r>
          </a:p>
          <a:p>
            <a:pPr/>
            <a:r>
              <a:t>Skill — pile-ups on every band</a:t>
            </a:r>
          </a:p>
          <a:p>
            <a:pPr/>
            <a:r>
              <a:t>Community — four clubs, one event</a:t>
            </a:r>
          </a:p>
          <a:p>
            <a:pPr/>
            <a:r>
              <a:t>Outreach — visitors welcome</a:t>
            </a:r>
          </a:p>
          <a:p>
            <a:pPr/>
            <a:r>
              <a:t>Fun — 24 hours of QSOs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When &amp; 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June 27–28, 2026 (Sat – Sun)</a:t>
            </a:r>
          </a:p>
          <a:p>
            <a:pPr/>
            <a:r>
              <a:t>Clearwater Fire Station #48</a:t>
            </a:r>
          </a:p>
          <a:p>
            <a:pPr/>
            <a:r>
              <a:t>1700 N Belcher Rd., Clearwater, FL</a:t>
            </a:r>
          </a:p>
          <a:p>
            <a:pPr/>
            <a:r>
              <a:t>Indoors (except Satellite)</a:t>
            </a:r>
          </a:p>
          <a:p>
            <a:pPr/>
            <a:r>
              <a:t>ARRL Class: 3A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Schedule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Setup: 8:00 AM Sat June 27</a:t>
            </a:r>
          </a:p>
          <a:p>
            <a:pPr/>
            <a:r>
              <a:t>Lunch: around noon</a:t>
            </a:r>
          </a:p>
          <a:p>
            <a:pPr/>
            <a:r>
              <a:t>Operating: 2:00 PM Sat → 2:00 PM Sun</a:t>
            </a:r>
          </a:p>
          <a:p>
            <a:pPr/>
            <a:r>
              <a:t>Teardown: 2:00 PM Sun June 28</a:t>
            </a:r>
          </a:p>
          <a:p>
            <a:pPr/>
            <a:r>
              <a:t>Dry-run: 9:00 AM Sat June 20</a:t>
            </a:r>
          </a:p>
          <a:p>
            <a:pPr/>
            <a:r>
              <a:t>Dry-run at Clearwater Fire Training Center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Operating Modes &amp; Bands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Modes: CW · SSB · FT8</a:t>
            </a:r>
          </a:p>
          <a:p>
            <a:pPr/>
            <a:r>
              <a:t>Bands: 6 m through 80 m</a:t>
            </a:r>
          </a:p>
          <a:p>
            <a:pPr/>
            <a:r>
              <a:t>Each station has a primary mode</a:t>
            </a:r>
          </a:p>
          <a:p>
            <a:pPr/>
            <a:r>
              <a:t>Other modes if conditions allow</a:t>
            </a:r>
          </a:p>
          <a:p>
            <a:pPr/>
            <a:r>
              <a:t>Bring your own wired headset</a:t>
            </a:r>
          </a:p>
          <a:p>
            <a:pPr/>
            <a:r>
              <a:t>3.5 mm or 1/4 inch plug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4400">
                <a:solidFill>
                  <a:srgbClr val="1F4E79"/>
                </a:solidFill>
              </a:rPr>
              <a:t>Station Lineup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i="1" sz="2400">
                <a:solidFill>
                  <a:srgbClr val="555555"/>
                </a:solidFill>
              </a:rPr>
              <a:t>Three HF positions + VHF + Satellite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Station 1 — Elecraft K4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Primary mode: SSB</a:t>
            </a:r>
          </a:p>
          <a:p>
            <a:pPr/>
            <a:r>
              <a:t>Native USB to laptop</a:t>
            </a:r>
          </a:p>
          <a:p>
            <a:pPr/>
            <a:r>
              <a:t>CESSB feature: 6–8 dB extra TX</a:t>
            </a:r>
          </a:p>
          <a:p>
            <a:pPr/>
            <a:r>
              <a:t>Best single-rig use is SSB</a:t>
            </a:r>
          </a:p>
          <a:p>
            <a:pPr/>
            <a:r>
              <a:t>InRad mic; Heil adapter optional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Station 2 — Elecraft K3S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Primary mode: FT8 / digital</a:t>
            </a:r>
          </a:p>
          <a:p>
            <a:pPr/>
            <a:r>
              <a:t>External VGA monitor for waterfall</a:t>
            </a:r>
          </a:p>
          <a:p>
            <a:pPr/>
            <a:r>
              <a:t>DB9-to-USB adapter to laptop</a:t>
            </a:r>
          </a:p>
          <a:p>
            <a:pPr/>
            <a:r>
              <a:t>Also capable of SSB</a:t>
            </a:r>
          </a:p>
          <a:p>
            <a:pPr/>
            <a:r>
              <a:t>InRad mic; Heil adapter optional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Station 3 — Elecraft K3 (CW)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Primary mode: CW</a:t>
            </a:r>
          </a:p>
          <a:p>
            <a:pPr/>
            <a:r>
              <a:t>WinKey Mini + Bencher paddle</a:t>
            </a:r>
          </a:p>
          <a:p>
            <a:pPr/>
            <a:r>
              <a:t>Paddle supplied by NY4I</a:t>
            </a:r>
          </a:p>
          <a:p>
            <a:pPr/>
            <a:r>
              <a:t>Coax: 65 ft RG-8X around room</a:t>
            </a:r>
          </a:p>
          <a:p>
            <a:pPr/>
            <a:r>
              <a:t>Also runs SSB and Digital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VHF Station — Yaesu FT-897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Band: 6 m</a:t>
            </a:r>
          </a:p>
          <a:p>
            <a:pPr/>
            <a:r>
              <a:t>Brought by Paul KC4YDY</a:t>
            </a:r>
          </a:p>
          <a:p>
            <a:pPr/>
            <a:r>
              <a:t>Hand mic only (no Heil)</a:t>
            </a:r>
          </a:p>
          <a:p>
            <a:pPr/>
            <a:r>
              <a:t>Owns its own setup / power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Satellite Station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ICOM IC-9700 transceiver</a:t>
            </a:r>
          </a:p>
          <a:p>
            <a:pPr/>
            <a:r>
              <a:t>Yaesu AZ/EL rotator</a:t>
            </a:r>
          </a:p>
          <a:p>
            <a:pPr/>
            <a:r>
              <a:t>Arrow yagi antenna</a:t>
            </a:r>
          </a:p>
          <a:p>
            <a:pPr/>
            <a:r>
              <a:t>Tracking / control device</a:t>
            </a:r>
          </a:p>
          <a:p>
            <a:pPr/>
            <a:r>
              <a:t>Operated outdoors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Logging Network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i="1" sz="1600">
                <a:solidFill>
                  <a:srgbClr val="555555"/>
                </a:solidFill>
              </a:rPr>
              <a:t>Tom NY4I</a:t>
            </a:r>
          </a:p>
          <a:p>
            <a:pPr/>
            <a:r>
              <a:t>All HF laptops run TR4W</a:t>
            </a:r>
          </a:p>
          <a:p>
            <a:pPr/>
            <a:r>
              <a:t>Laptops on TRLOG WiFi (10.0.0/24)</a:t>
            </a:r>
          </a:p>
          <a:p>
            <a:pPr/>
            <a:r>
              <a:t>Pi 400 is the server</a:t>
            </a:r>
          </a:p>
          <a:p>
            <a:pPr/>
            <a:r>
              <a:t>Pi 400 wired to Linksys router</a:t>
            </a:r>
          </a:p>
          <a:p>
            <a:pPr/>
            <a:r>
              <a:t>Pi 400 address: 192.168.0.100</a:t>
            </a:r>
          </a:p>
          <a:p>
            <a:pPr/>
            <a:r>
              <a:t>UPS protects Pi + router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Pi 400 — What it runs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i="1" sz="1600">
                <a:solidFill>
                  <a:srgbClr val="555555"/>
                </a:solidFill>
              </a:rPr>
              <a:t>Tom NY4I</a:t>
            </a:r>
          </a:p>
          <a:p>
            <a:pPr/>
            <a:r>
              <a:t>TR4W Server (Python)</a:t>
            </a:r>
          </a:p>
          <a:p>
            <a:pPr/>
            <a:r>
              <a:t>NTP — laptop time sync</a:t>
            </a:r>
          </a:p>
          <a:p>
            <a:pPr/>
            <a:r>
              <a:t>n1mm_view — stats images</a:t>
            </a:r>
          </a:p>
          <a:p>
            <a:pPr/>
            <a:r>
              <a:t>Local web UI on :8080</a:t>
            </a:r>
          </a:p>
          <a:p>
            <a:pPr/>
            <a:r>
              <a:t>rsync publisher → UPARC + SPARC</a:t>
            </a:r>
          </a:p>
          <a:p>
            <a:pPr/>
            <a:r>
              <a:t>Replaces old Windows server box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Antennas &amp; Patch Panel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i="1" sz="1600">
                <a:solidFill>
                  <a:srgbClr val="555555"/>
                </a:solidFill>
              </a:rPr>
              <a:t>Ryan AF4O</a:t>
            </a:r>
          </a:p>
          <a:p>
            <a:pPr/>
            <a:r>
              <a:t>All feedlines go to patch panel</a:t>
            </a:r>
          </a:p>
          <a:p>
            <a:pPr/>
            <a:r>
              <a:t>Radios connect via the patch panel</a:t>
            </a:r>
          </a:p>
          <a:p>
            <a:pPr/>
            <a:r>
              <a:t>No coax changes without Band Boss</a:t>
            </a:r>
          </a:p>
          <a:p>
            <a:pPr/>
            <a:r>
              <a:t>Station 3: 65 ft RG-8X</a:t>
            </a:r>
          </a:p>
          <a:p>
            <a:pPr/>
            <a:r>
              <a:t>Routes east wall + top wall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Education &amp; Training Sessions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i="1" sz="1600">
                <a:solidFill>
                  <a:srgbClr val="555555"/>
                </a:solidFill>
              </a:rPr>
              <a:t>Fred W2SUB</a:t>
            </a:r>
          </a:p>
          <a:p>
            <a:pPr/>
            <a:r>
              <a:t>Welcome to Field Day (visitors)</a:t>
            </a:r>
          </a:p>
          <a:p>
            <a:pPr/>
            <a:r>
              <a:t>Ham Radio Basics</a:t>
            </a:r>
          </a:p>
          <a:p>
            <a:pPr/>
            <a:r>
              <a:t>Awards &amp; Achievements</a:t>
            </a:r>
          </a:p>
          <a:p>
            <a:pPr/>
            <a:r>
              <a:t>EFHW kit antenna build</a:t>
            </a:r>
          </a:p>
          <a:p>
            <a:pPr/>
            <a:r>
              <a:t>Antenna Analyzer use</a:t>
            </a:r>
          </a:p>
          <a:p>
            <a:pPr/>
            <a:r>
              <a:t>All sessions led by Fred W2SUB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Meals — Saturday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i="1" sz="1600">
                <a:solidFill>
                  <a:srgbClr val="555555"/>
                </a:solidFill>
              </a:rPr>
              <a:t>Ron W4RFA</a:t>
            </a:r>
          </a:p>
          <a:p>
            <a:pPr/>
            <a:r>
              <a:t>Breakfast: donuts, coffee</a:t>
            </a:r>
          </a:p>
          <a:p>
            <a:pPr/>
            <a:r>
              <a:t>Lunch: burgers, dogs, salad, chips</a:t>
            </a:r>
          </a:p>
          <a:p>
            <a:pPr/>
            <a:r>
              <a:t>Dinner: TBD</a:t>
            </a:r>
          </a:p>
          <a:p>
            <a:pPr/>
            <a:r>
              <a:t>Bring a side dish to share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Meals — Sunday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i="1" sz="1600">
                <a:solidFill>
                  <a:srgbClr val="555555"/>
                </a:solidFill>
              </a:rPr>
              <a:t>Ron W4RFA</a:t>
            </a:r>
          </a:p>
          <a:p>
            <a:pPr/>
            <a:r>
              <a:t>Breakfast: bagels (Tom), coffee</a:t>
            </a:r>
          </a:p>
          <a:p>
            <a:pPr/>
            <a:r>
              <a:t>Lunch: leftovers</a:t>
            </a:r>
          </a:p>
          <a:p>
            <a:pPr/>
            <a:r>
              <a:t>Water, tea, sodas all event</a:t>
            </a:r>
          </a:p>
          <a:p>
            <a:pPr/>
            <a:r>
              <a:t>Special diets: bring your own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Meal Signup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Signup at www.uparc.org</a:t>
            </a:r>
          </a:p>
          <a:p>
            <a:pPr/>
            <a:r>
              <a:t>Deadline: 11:59 PM June 22</a:t>
            </a:r>
          </a:p>
          <a:p>
            <a:pPr/>
            <a:r>
              <a:t>Required for headcount</a:t>
            </a:r>
          </a:p>
          <a:p>
            <a:pPr/>
            <a:r>
              <a:t>No signup = no guaranteed meal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Visitors Welcome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Field Day is a public event</a:t>
            </a:r>
          </a:p>
          <a:p>
            <a:pPr/>
            <a:r>
              <a:t>Watch the stations operate</a:t>
            </a:r>
          </a:p>
          <a:p>
            <a:pPr/>
            <a:r>
              <a:t>Talk to operators between QSOs</a:t>
            </a:r>
          </a:p>
          <a:p>
            <a:pPr/>
            <a:r>
              <a:t>Ask about licensing</a:t>
            </a:r>
          </a:p>
          <a:p>
            <a:pPr/>
            <a:r>
              <a:t>Education sessions all Saturday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Members — Get Involved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Sign up for meals by June 22</a:t>
            </a:r>
          </a:p>
          <a:p>
            <a:pPr/>
            <a:r>
              <a:t>Attend the dry-run June 20</a:t>
            </a:r>
          </a:p>
          <a:p>
            <a:pPr/>
            <a:r>
              <a:t>Help setup Sat 8:00 AM</a:t>
            </a:r>
          </a:p>
          <a:p>
            <a:pPr/>
            <a:r>
              <a:t>Help teardown Sun 2:00 PM</a:t>
            </a:r>
          </a:p>
          <a:p>
            <a:pPr/>
            <a:r>
              <a:t>New operators paired with veterans</a:t>
            </a:r>
          </a:p>
          <a:p>
            <a:pPr/>
            <a:r>
              <a:t>Bring your own wired headset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Operating Etiquette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OPON when starting your shift</a:t>
            </a:r>
          </a:p>
          <a:p>
            <a:pPr/>
            <a:r>
              <a:t>Listen before calling</a:t>
            </a:r>
          </a:p>
          <a:p>
            <a:pPr/>
            <a:r>
              <a:t>Log every QSO immediately</a:t>
            </a:r>
          </a:p>
          <a:p>
            <a:pPr/>
            <a:r>
              <a:t>Check your station card first</a:t>
            </a:r>
          </a:p>
          <a:p>
            <a:pPr/>
            <a:r>
              <a:t>Have fun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6000">
                <a:solidFill>
                  <a:srgbClr val="1F4E79"/>
                </a:solidFill>
              </a:rPr>
              <a:t>Q &amp;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01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i="1" sz="2800">
                <a:solidFill>
                  <a:srgbClr val="555555"/>
                </a:solidFill>
              </a:rPr>
              <a:t>Questions?  Concerns?  Volunteers?</a:t>
            </a:r>
          </a:p>
          <a:p>
            <a:r>
              <a:rPr sz="1800">
                <a:solidFill>
                  <a:srgbClr val="555555"/>
                </a:solidFill>
              </a:rPr>
              <a:t>Section leads — Ryan AF4O · Fred W2SUB · Tom NY4I · Paul KC4YDY · Ron W4RFA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