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2026 ARRL Field 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UPARC · SPARC · WORMs · CARS  —  Contest Callsign W4TA</a:t>
            </a:r>
          </a:p>
        </p:txBody>
      </p:sp>
      <p:pic>
        <p:nvPicPr>
          <p:cNvPr id="4" name="Picture 3" descr="four_club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029200"/>
            <a:ext cx="512064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What is ARRL Field 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Ham radio's annual “open house” — a public demonstration of amateur radio.</a:t>
            </a:r>
          </a:p>
          <a:p>
            <a:pPr/>
            <a:r>
              <a:t>An exercise in setting up radio communications under less-than-ideal conditions: temporary antennas, generators, portable gear.</a:t>
            </a:r>
          </a:p>
          <a:p>
            <a:pPr/>
            <a:r>
              <a:t>Every June, 40,000+ hams across North America operate from public sites.</a:t>
            </a:r>
          </a:p>
          <a:p>
            <a:pPr/>
            <a:r>
              <a:t>Combines public service, emergency preparedness, community outreach, and technical skill.</a:t>
            </a:r>
          </a:p>
          <a:p>
            <a:pPr/>
            <a:r>
              <a:t>Annual event since 1933 — the most popular event in ham radio.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Why we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Preparedness: prove we can stand up working stations from scratch when normal infrastructure isn’t available.</a:t>
            </a:r>
          </a:p>
          <a:p>
            <a:pPr/>
            <a:r>
              <a:t>Skill: practice operating in pile-ups, on every band and mode we have antennas for.</a:t>
            </a:r>
          </a:p>
          <a:p>
            <a:pPr/>
            <a:r>
              <a:t>Community: four clubs (UPARC, SPARC, WORMs, CARS) working a single event.</a:t>
            </a:r>
          </a:p>
          <a:p>
            <a:pPr/>
            <a:r>
              <a:t>Outreach: visitors welcome — Field Day is a great place to see ham radio in action.</a:t>
            </a:r>
          </a:p>
          <a:p>
            <a:pPr/>
            <a:r>
              <a:t>Fun: a 24-hour contest with friends, food, and a lot of QSOs.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When, Where &amp;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When: June 27–28, 2026 (Saturday – Sunday)</a:t>
            </a:r>
          </a:p>
          <a:p>
            <a:pPr/>
            <a:r>
              <a:t>Where: Clearwater Fire Station #48</a:t>
            </a:r>
          </a:p>
          <a:p>
            <a:pPr lvl="1"/>
            <a:r>
              <a:t>1700 N Belcher Rd., Clearwater, FL 33765</a:t>
            </a:r>
          </a:p>
          <a:p>
            <a:pPr/>
            <a:r>
              <a:t>Setup: 8 AM Saturday (lunch around noon)</a:t>
            </a:r>
          </a:p>
          <a:p>
            <a:pPr/>
            <a:r>
              <a:t>Operate: 2 PM Saturday → 2 PM Sunday</a:t>
            </a:r>
          </a:p>
          <a:p>
            <a:pPr/>
            <a:r>
              <a:t>Teardown: 2 PM Sunday onward</a:t>
            </a:r>
          </a:p>
          <a:p>
            <a:pPr/>
            <a:r>
              <a:t>Operation is indoors (except Satellite station).</a:t>
            </a:r>
          </a:p>
          <a:p>
            <a:pPr/>
            <a:r>
              <a:t>Signup at www.uparc.org — please by June 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Operating Modes &amp; Bands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Modes: CW, SSB, FT8 (digital)</a:t>
            </a:r>
          </a:p>
          <a:p>
            <a:pPr/>
            <a:r>
              <a:t>Bands: 6 m – 80 m</a:t>
            </a:r>
          </a:p>
          <a:p>
            <a:pPr/>
            <a:r>
              <a:t>Each station has a primary mode; other modes available if conditions dictate.</a:t>
            </a:r>
          </a:p>
          <a:p>
            <a:pPr/>
            <a:r>
              <a:t>Bring your own headset/mic gear (3.5 mm or 1/4 in plug). We do not share headphones or mic headsets for sanitary reasons.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400">
                <a:solidFill>
                  <a:srgbClr val="1F4E79"/>
                </a:solidFill>
              </a:rPr>
              <a:t>Station Lineup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2400">
                <a:solidFill>
                  <a:srgbClr val="555555"/>
                </a:solidFill>
              </a:rPr>
              <a:t>Three HF positions + one VHF position + Talk-In + Satellite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Station 1 — Elecraft K4 (SSB)</a:t>
            </a:r>
          </a:p>
          <a:p>
            <a:pPr lvl="1"/>
            <a:r>
              <a:t>K4’s CESSB feature gives ~6–8 dB of extra effective talk power. Single K4 used on SSB.</a:t>
            </a:r>
          </a:p>
          <a:p>
            <a:pPr/>
            <a:r>
              <a:t>Station 2 — Elecraft K3S (SSB / Digital incl. FT8)</a:t>
            </a:r>
          </a:p>
          <a:p>
            <a:pPr lvl="1"/>
            <a:r>
              <a:t>Adds an external VGA monitor for digital-mode waterfall and decoders.</a:t>
            </a:r>
          </a:p>
          <a:p>
            <a:pPr/>
            <a:r>
              <a:t>Station 3 — Elecraft K3 (CW)</a:t>
            </a:r>
          </a:p>
          <a:p>
            <a:pPr lvl="1"/>
            <a:r>
              <a:t>WinKey Mini + Bencher paddle (supplied by NY4I). Also runs SSB / Digital if needed.</a:t>
            </a:r>
          </a:p>
          <a:p>
            <a:pPr/>
            <a:r>
              <a:t>VHF Station — Yaesu FT-897 (6 m)</a:t>
            </a:r>
          </a:p>
          <a:p>
            <a:pPr lvl="1"/>
            <a:r>
              <a:t>Brought and operated by Paul KC4YDY.</a:t>
            </a:r>
          </a:p>
          <a:p>
            <a:pPr/>
            <a:r>
              <a:t>Talk-In Station — informational, not on the logging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Logging Network &amp;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sz="1600">
                <a:solidFill>
                  <a:srgbClr val="555555"/>
                </a:solidFill>
              </a:rPr>
              <a:t>Tom NY4I</a:t>
            </a:r>
          </a:p>
          <a:p>
            <a:pPr/>
            <a:r>
              <a:t>All HF stations run TR4W (Windows logger) on their laptops.</a:t>
            </a:r>
          </a:p>
          <a:p>
            <a:pPr/>
            <a:r>
              <a:t>Laptops join the TRLOG WiFi (10.0.0.0/24) via the Linksys router.</a:t>
            </a:r>
          </a:p>
          <a:p>
            <a:pPr/>
            <a:r>
              <a:t>Raspberry Pi 400 (wired Ethernet, 192.168.0.100) is the server:</a:t>
            </a:r>
          </a:p>
          <a:p>
            <a:pPr lvl="1"/>
            <a:r>
              <a:t>TR4W Server (Python) — multi-op duplicate checks across stations.</a:t>
            </a:r>
          </a:p>
          <a:p>
            <a:pPr lvl="1"/>
            <a:r>
              <a:t>n1mm_view — generates stats images (band/score/rate) on a RAM disk.</a:t>
            </a:r>
          </a:p>
          <a:p>
            <a:pPr lvl="1"/>
            <a:r>
              <a:t>Local web UI on :8080 — viewable on the on-site HDMI monitor.</a:t>
            </a:r>
          </a:p>
          <a:p>
            <a:pPr lvl="1"/>
            <a:r>
              <a:t>rsync publisher — pushes stats images to UPARC and SPARC websites.</a:t>
            </a:r>
          </a:p>
          <a:p>
            <a:pPr/>
            <a:r>
              <a:t>Pi 400 + Linksys router are both protected by a UPS.</a:t>
            </a:r>
          </a:p>
          <a:p>
            <a:pPr/>
            <a:r>
              <a:t>Replaces the old Windows TR4W Server box — single Pi handles everything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Antennas &amp; Patch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sz="1600">
                <a:solidFill>
                  <a:srgbClr val="555555"/>
                </a:solidFill>
              </a:rPr>
              <a:t>Ryan AF4O</a:t>
            </a:r>
          </a:p>
          <a:p>
            <a:pPr/>
            <a:r>
              <a:t>All antenna feedlines come back to a portable patch panel in the radio room.</a:t>
            </a:r>
          </a:p>
          <a:p>
            <a:pPr/>
            <a:r>
              <a:t>Radios are connected to specific antennas through this patch panel.</a:t>
            </a:r>
          </a:p>
          <a:p>
            <a:pPr/>
            <a:r>
              <a:t>Do NOT change coax routing without approval from the assigned Band Boss.</a:t>
            </a:r>
          </a:p>
          <a:p>
            <a:pPr/>
            <a:r>
              <a:t>Station 3 (CW) uses a 65 ft RG-8X coax run around the room (east wall, top wall) to reach the patch panel.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Satellite 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ICOM IC-9700 transceiver</a:t>
            </a:r>
          </a:p>
          <a:p>
            <a:pPr/>
            <a:r>
              <a:t>Yaesu AZ/EL rotator</a:t>
            </a:r>
          </a:p>
          <a:p>
            <a:pPr/>
            <a:r>
              <a:t>Arrow yagi antenna</a:t>
            </a:r>
          </a:p>
          <a:p>
            <a:pPr/>
            <a:r>
              <a:t>Satellite control / tracking device</a:t>
            </a:r>
          </a:p>
          <a:p>
            <a:pPr/>
            <a:r>
              <a:t>Operated outdoors (only station not in the radio room).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Education &amp; Training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sz="1600">
                <a:solidFill>
                  <a:srgbClr val="555555"/>
                </a:solidFill>
              </a:rPr>
              <a:t>Fred W2SUB</a:t>
            </a:r>
          </a:p>
          <a:p>
            <a:pPr/>
            <a:r>
              <a:t>Welcome to Field Day — for all visitors</a:t>
            </a:r>
          </a:p>
          <a:p>
            <a:pPr/>
            <a:r>
              <a:t>Ham Radio Basics</a:t>
            </a:r>
          </a:p>
          <a:p>
            <a:pPr/>
            <a:r>
              <a:t>Ham Radio Awards &amp; Achievements</a:t>
            </a:r>
          </a:p>
          <a:p>
            <a:pPr/>
            <a:r>
              <a:t>How to build an EFHW kit antenna</a:t>
            </a:r>
          </a:p>
          <a:p>
            <a:pPr/>
            <a:r>
              <a:t>How to use an Antenna Analyzer</a:t>
            </a:r>
          </a:p>
          <a:p>
            <a:pPr/>
            <a:r>
              <a:t>All sessions led by Fred W2SUB.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Hospitality (a.k.a. Food)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sz="1600">
                <a:solidFill>
                  <a:srgbClr val="555555"/>
                </a:solidFill>
              </a:rPr>
              <a:t>Ron W4RFA</a:t>
            </a:r>
          </a:p>
          <a:p>
            <a:pPr/>
            <a:r>
              <a:t>Saturday breakfast: donuts, coffee</a:t>
            </a:r>
          </a:p>
          <a:p>
            <a:pPr/>
            <a:r>
              <a:t>Saturday lunch: hamburgers, hotdogs, salad, chips</a:t>
            </a:r>
          </a:p>
          <a:p>
            <a:pPr/>
            <a:r>
              <a:t>Saturday dinner: TBD — bring a side dish to share</a:t>
            </a:r>
          </a:p>
          <a:p>
            <a:pPr/>
            <a:r>
              <a:t>Sunday breakfast: bagels (Tom), coffee</a:t>
            </a:r>
          </a:p>
          <a:p>
            <a:pPr/>
            <a:r>
              <a:t>Sunday lunch: leftovers</a:t>
            </a:r>
          </a:p>
          <a:p>
            <a:pPr/>
            <a:r>
              <a:t>Water, tea and sodas provided throughout the event.</a:t>
            </a:r>
          </a:p>
          <a:p>
            <a:pPr/>
            <a:r>
              <a:t>If you have special dietary needs, please plan to provide for yourself.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Visitors &amp; How to Get Involved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Visitors are very welcome — Field Day is a public outreach event.</a:t>
            </a:r>
          </a:p>
          <a:p>
            <a:pPr/>
            <a:r>
              <a:t>Club members: sign up at www.uparc.org no later than June 20.</a:t>
            </a:r>
          </a:p>
          <a:p>
            <a:pPr/>
            <a:r>
              <a:t>Bring your own wired headset (3.5 mm or 1/4 in plug).</a:t>
            </a:r>
          </a:p>
          <a:p>
            <a:pPr/>
            <a:r>
              <a:t>If you’ve never operated a contest before — we’ll partner you with an experienced op.</a:t>
            </a:r>
          </a:p>
          <a:p>
            <a:pPr/>
            <a:r>
              <a:t>Volunteer for setup (Sat 8 AM) or teardown (Sun 2 PM) to learn the gear.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Operating Etiquette —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Don’t forget to “OPON” when starting your shift (TR4W operator change).</a:t>
            </a:r>
          </a:p>
          <a:p>
            <a:pPr/>
            <a:r>
              <a:t>Confirm the band/mode is open before calling — listen first.</a:t>
            </a:r>
          </a:p>
          <a:p>
            <a:pPr/>
            <a:r>
              <a:t>Log every QSO immediately; the stats screen updates from your log.</a:t>
            </a:r>
          </a:p>
          <a:p>
            <a:pPr/>
            <a:r>
              <a:t>If something is wrong with your rig or laptop, retrace the setup card on your table before calling LAN team.</a:t>
            </a:r>
          </a:p>
          <a:p>
            <a:pPr/>
            <a:r>
              <a:t>Have fun — it’s a contest, not an exam.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6000">
                <a:solidFill>
                  <a:srgbClr val="1F4E79"/>
                </a:solidFill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2800">
                <a:solidFill>
                  <a:srgbClr val="555555"/>
                </a:solidFill>
              </a:rPr>
              <a:t>Questions?  Concerns?  Volunteers?</a:t>
            </a:r>
          </a:p>
          <a:p>
            <a:r>
              <a:rPr sz="1800">
                <a:solidFill>
                  <a:srgbClr val="555555"/>
                </a:solidFill>
              </a:rPr>
              <a:t>Talk to your section lead: Ryan AF4O (antennas) · Fred W2SUB (education) · Tom NY4I (logging/network) · Paul KC4YDY (VHF) · Ron W4RFA (food)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